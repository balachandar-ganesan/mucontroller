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11"/>
  </p:notesMasterIdLst>
  <p:handoutMasterIdLst>
    <p:handoutMasterId r:id="rId12"/>
  </p:handoutMasterIdLst>
  <p:sldIdLst>
    <p:sldId id="256" r:id="rId5"/>
    <p:sldId id="264" r:id="rId6"/>
    <p:sldId id="266" r:id="rId7"/>
    <p:sldId id="268" r:id="rId8"/>
    <p:sldId id="267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05" autoAdjust="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720856-93F0-4CC7-B7FD-2466914A11D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2_2" csCatId="accent2" phldr="1"/>
      <dgm:spPr/>
    </dgm:pt>
    <dgm:pt modelId="{4AF52931-E4CA-4429-AACB-B8747CDB2409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TimeSeries</a:t>
          </a:r>
          <a:endParaRPr lang="en-US" dirty="0"/>
        </a:p>
        <a:p>
          <a:pPr>
            <a:lnSpc>
              <a:spcPct val="100000"/>
            </a:lnSpc>
          </a:pPr>
          <a:endParaRPr lang="en-US" dirty="0"/>
        </a:p>
      </dgm:t>
    </dgm:pt>
    <dgm:pt modelId="{67B2FC97-2FAE-4EFE-9DEE-E4216C657F35}" type="parTrans" cxnId="{F82329C8-C3B2-4E9B-9033-528488D72705}">
      <dgm:prSet/>
      <dgm:spPr/>
      <dgm:t>
        <a:bodyPr/>
        <a:lstStyle/>
        <a:p>
          <a:endParaRPr lang="en-US"/>
        </a:p>
      </dgm:t>
    </dgm:pt>
    <dgm:pt modelId="{D86AF01C-9CBC-41F8-9354-48CD82BDFDC9}" type="sibTrans" cxnId="{F82329C8-C3B2-4E9B-9033-528488D72705}">
      <dgm:prSet/>
      <dgm:spPr/>
      <dgm:t>
        <a:bodyPr/>
        <a:lstStyle/>
        <a:p>
          <a:endParaRPr lang="en-US"/>
        </a:p>
      </dgm:t>
    </dgm:pt>
    <dgm:pt modelId="{81BEB84D-9A77-49C6-9301-B3359FCAC75F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QuestDB</a:t>
          </a:r>
          <a:endParaRPr lang="en-US" dirty="0"/>
        </a:p>
      </dgm:t>
    </dgm:pt>
    <dgm:pt modelId="{AE4D0D43-0332-4F79-8D35-BCD8C10758AE}" type="parTrans" cxnId="{420EF6C4-7321-43BE-A2FC-253606B1E06A}">
      <dgm:prSet/>
      <dgm:spPr/>
      <dgm:t>
        <a:bodyPr/>
        <a:lstStyle/>
        <a:p>
          <a:endParaRPr lang="en-US"/>
        </a:p>
      </dgm:t>
    </dgm:pt>
    <dgm:pt modelId="{5D260F18-25D2-4074-87F1-7E78DDA61C58}" type="sibTrans" cxnId="{420EF6C4-7321-43BE-A2FC-253606B1E06A}">
      <dgm:prSet/>
      <dgm:spPr/>
      <dgm:t>
        <a:bodyPr/>
        <a:lstStyle/>
        <a:p>
          <a:endParaRPr lang="en-US"/>
        </a:p>
      </dgm:t>
    </dgm:pt>
    <dgm:pt modelId="{BFF9359E-E9B1-4B73-BACC-2C7988765B16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GridDB</a:t>
          </a:r>
          <a:endParaRPr lang="en-US" dirty="0"/>
        </a:p>
      </dgm:t>
    </dgm:pt>
    <dgm:pt modelId="{6E0A40FA-1B79-4089-8B9A-3BA22865FE4E}" type="parTrans" cxnId="{516EC545-1971-48B3-978C-4756FCDCCFD9}">
      <dgm:prSet/>
      <dgm:spPr/>
      <dgm:t>
        <a:bodyPr/>
        <a:lstStyle/>
        <a:p>
          <a:endParaRPr lang="en-US"/>
        </a:p>
      </dgm:t>
    </dgm:pt>
    <dgm:pt modelId="{1CEF1965-C516-4C44-BAE3-2FA3F5116930}" type="sibTrans" cxnId="{516EC545-1971-48B3-978C-4756FCDCCFD9}">
      <dgm:prSet/>
      <dgm:spPr/>
      <dgm:t>
        <a:bodyPr/>
        <a:lstStyle/>
        <a:p>
          <a:endParaRPr lang="en-US"/>
        </a:p>
      </dgm:t>
    </dgm:pt>
    <dgm:pt modelId="{6F4DA4D9-01DC-439B-8F27-AAA47846B277}" type="pres">
      <dgm:prSet presAssocID="{C7720856-93F0-4CC7-B7FD-2466914A11D4}" presName="root" presStyleCnt="0">
        <dgm:presLayoutVars>
          <dgm:dir/>
          <dgm:resizeHandles val="exact"/>
        </dgm:presLayoutVars>
      </dgm:prSet>
      <dgm:spPr/>
    </dgm:pt>
    <dgm:pt modelId="{7BD98E3C-315B-4C9C-8D58-D6DB162B58F8}" type="pres">
      <dgm:prSet presAssocID="{4AF52931-E4CA-4429-AACB-B8747CDB2409}" presName="compNode" presStyleCnt="0"/>
      <dgm:spPr/>
    </dgm:pt>
    <dgm:pt modelId="{DD5F79B1-3C2C-4604-AC16-19B868C74020}" type="pres">
      <dgm:prSet presAssocID="{4AF52931-E4CA-4429-AACB-B8747CDB2409}" presName="bgRect" presStyleLbl="bgShp" presStyleIdx="0" presStyleCnt="3"/>
      <dgm:spPr/>
    </dgm:pt>
    <dgm:pt modelId="{B949D2F1-162D-4D02-A732-D01345E22AA4}" type="pres">
      <dgm:prSet presAssocID="{4AF52931-E4CA-4429-AACB-B8747CDB240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B131C359-49F1-4CB8-8E9B-1B1386A2778B}" type="pres">
      <dgm:prSet presAssocID="{4AF52931-E4CA-4429-AACB-B8747CDB2409}" presName="spaceRect" presStyleCnt="0"/>
      <dgm:spPr/>
    </dgm:pt>
    <dgm:pt modelId="{F8F5240A-0D85-485B-9D93-407D1FFAF913}" type="pres">
      <dgm:prSet presAssocID="{4AF52931-E4CA-4429-AACB-B8747CDB2409}" presName="parTx" presStyleLbl="revTx" presStyleIdx="0" presStyleCnt="3">
        <dgm:presLayoutVars>
          <dgm:chMax val="0"/>
          <dgm:chPref val="0"/>
        </dgm:presLayoutVars>
      </dgm:prSet>
      <dgm:spPr/>
    </dgm:pt>
    <dgm:pt modelId="{D8ABCEC2-390B-429B-9081-E082DA5D0427}" type="pres">
      <dgm:prSet presAssocID="{D86AF01C-9CBC-41F8-9354-48CD82BDFDC9}" presName="sibTrans" presStyleCnt="0"/>
      <dgm:spPr/>
    </dgm:pt>
    <dgm:pt modelId="{F2D54F12-8080-4E0C-BD80-92EA1630D084}" type="pres">
      <dgm:prSet presAssocID="{81BEB84D-9A77-49C6-9301-B3359FCAC75F}" presName="compNode" presStyleCnt="0"/>
      <dgm:spPr/>
    </dgm:pt>
    <dgm:pt modelId="{CBA0401E-7684-42C8-839E-D801768D883C}" type="pres">
      <dgm:prSet presAssocID="{81BEB84D-9A77-49C6-9301-B3359FCAC75F}" presName="bgRect" presStyleLbl="bgShp" presStyleIdx="1" presStyleCnt="3"/>
      <dgm:spPr/>
    </dgm:pt>
    <dgm:pt modelId="{EF3B2503-2995-401B-AD2A-8687192014FC}" type="pres">
      <dgm:prSet presAssocID="{81BEB84D-9A77-49C6-9301-B3359FCAC7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69262E9A-AC8B-4E45-B562-DDB0B7EF679B}" type="pres">
      <dgm:prSet presAssocID="{81BEB84D-9A77-49C6-9301-B3359FCAC75F}" presName="spaceRect" presStyleCnt="0"/>
      <dgm:spPr/>
    </dgm:pt>
    <dgm:pt modelId="{686301C7-6BD3-4366-8AD9-2496B2EDF77C}" type="pres">
      <dgm:prSet presAssocID="{81BEB84D-9A77-49C6-9301-B3359FCAC75F}" presName="parTx" presStyleLbl="revTx" presStyleIdx="1" presStyleCnt="3">
        <dgm:presLayoutVars>
          <dgm:chMax val="0"/>
          <dgm:chPref val="0"/>
        </dgm:presLayoutVars>
      </dgm:prSet>
      <dgm:spPr/>
    </dgm:pt>
    <dgm:pt modelId="{6ED4671C-AA9A-4E39-8821-8479FB442A42}" type="pres">
      <dgm:prSet presAssocID="{5D260F18-25D2-4074-87F1-7E78DDA61C58}" presName="sibTrans" presStyleCnt="0"/>
      <dgm:spPr/>
    </dgm:pt>
    <dgm:pt modelId="{73B0EF57-FE6C-4349-B546-40C4671BE0AF}" type="pres">
      <dgm:prSet presAssocID="{BFF9359E-E9B1-4B73-BACC-2C7988765B16}" presName="compNode" presStyleCnt="0"/>
      <dgm:spPr/>
    </dgm:pt>
    <dgm:pt modelId="{5865A6BD-F99C-4927-AA71-14438D8BD5FD}" type="pres">
      <dgm:prSet presAssocID="{BFF9359E-E9B1-4B73-BACC-2C7988765B16}" presName="bgRect" presStyleLbl="bgShp" presStyleIdx="2" presStyleCnt="3"/>
      <dgm:spPr/>
    </dgm:pt>
    <dgm:pt modelId="{F7573F21-6CA6-4D82-A5B8-20E46E8BAE44}" type="pres">
      <dgm:prSet presAssocID="{BFF9359E-E9B1-4B73-BACC-2C7988765B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CFA2DEF1-3E86-45A4-93DF-3F3524CE8FA1}" type="pres">
      <dgm:prSet presAssocID="{BFF9359E-E9B1-4B73-BACC-2C7988765B16}" presName="spaceRect" presStyleCnt="0"/>
      <dgm:spPr/>
    </dgm:pt>
    <dgm:pt modelId="{3A277CF8-63F3-4E73-9A0E-6D37315945D9}" type="pres">
      <dgm:prSet presAssocID="{BFF9359E-E9B1-4B73-BACC-2C7988765B1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57D760D-D278-416A-8A95-E1E5E1AC50DD}" type="presOf" srcId="{BFF9359E-E9B1-4B73-BACC-2C7988765B16}" destId="{3A277CF8-63F3-4E73-9A0E-6D37315945D9}" srcOrd="0" destOrd="0" presId="urn:microsoft.com/office/officeart/2018/2/layout/IconVerticalSolidList"/>
    <dgm:cxn modelId="{0FB2B426-F0E1-46AC-8877-C6BC9AFEAA79}" type="presOf" srcId="{81BEB84D-9A77-49C6-9301-B3359FCAC75F}" destId="{686301C7-6BD3-4366-8AD9-2496B2EDF77C}" srcOrd="0" destOrd="0" presId="urn:microsoft.com/office/officeart/2018/2/layout/IconVerticalSolidList"/>
    <dgm:cxn modelId="{E35E8428-56F2-46AB-9E50-4261F022E415}" type="presOf" srcId="{4AF52931-E4CA-4429-AACB-B8747CDB2409}" destId="{F8F5240A-0D85-485B-9D93-407D1FFAF913}" srcOrd="0" destOrd="0" presId="urn:microsoft.com/office/officeart/2018/2/layout/IconVerticalSolidList"/>
    <dgm:cxn modelId="{516EC545-1971-48B3-978C-4756FCDCCFD9}" srcId="{C7720856-93F0-4CC7-B7FD-2466914A11D4}" destId="{BFF9359E-E9B1-4B73-BACC-2C7988765B16}" srcOrd="2" destOrd="0" parTransId="{6E0A40FA-1B79-4089-8B9A-3BA22865FE4E}" sibTransId="{1CEF1965-C516-4C44-BAE3-2FA3F5116930}"/>
    <dgm:cxn modelId="{9AA0145A-3FA6-4E40-B6CD-6DB3507FF368}" type="presOf" srcId="{C7720856-93F0-4CC7-B7FD-2466914A11D4}" destId="{6F4DA4D9-01DC-439B-8F27-AAA47846B277}" srcOrd="0" destOrd="0" presId="urn:microsoft.com/office/officeart/2018/2/layout/IconVerticalSolidList"/>
    <dgm:cxn modelId="{420EF6C4-7321-43BE-A2FC-253606B1E06A}" srcId="{C7720856-93F0-4CC7-B7FD-2466914A11D4}" destId="{81BEB84D-9A77-49C6-9301-B3359FCAC75F}" srcOrd="1" destOrd="0" parTransId="{AE4D0D43-0332-4F79-8D35-BCD8C10758AE}" sibTransId="{5D260F18-25D2-4074-87F1-7E78DDA61C58}"/>
    <dgm:cxn modelId="{F82329C8-C3B2-4E9B-9033-528488D72705}" srcId="{C7720856-93F0-4CC7-B7FD-2466914A11D4}" destId="{4AF52931-E4CA-4429-AACB-B8747CDB2409}" srcOrd="0" destOrd="0" parTransId="{67B2FC97-2FAE-4EFE-9DEE-E4216C657F35}" sibTransId="{D86AF01C-9CBC-41F8-9354-48CD82BDFDC9}"/>
    <dgm:cxn modelId="{AFECB7CA-4E50-4F60-A6FB-C3816E8CAB87}" type="presParOf" srcId="{6F4DA4D9-01DC-439B-8F27-AAA47846B277}" destId="{7BD98E3C-315B-4C9C-8D58-D6DB162B58F8}" srcOrd="0" destOrd="0" presId="urn:microsoft.com/office/officeart/2018/2/layout/IconVerticalSolidList"/>
    <dgm:cxn modelId="{A2217810-9D1C-4BC7-BE87-D83BE419F7B1}" type="presParOf" srcId="{7BD98E3C-315B-4C9C-8D58-D6DB162B58F8}" destId="{DD5F79B1-3C2C-4604-AC16-19B868C74020}" srcOrd="0" destOrd="0" presId="urn:microsoft.com/office/officeart/2018/2/layout/IconVerticalSolidList"/>
    <dgm:cxn modelId="{30B94466-A785-41BF-BAD4-03A089615086}" type="presParOf" srcId="{7BD98E3C-315B-4C9C-8D58-D6DB162B58F8}" destId="{B949D2F1-162D-4D02-A732-D01345E22AA4}" srcOrd="1" destOrd="0" presId="urn:microsoft.com/office/officeart/2018/2/layout/IconVerticalSolidList"/>
    <dgm:cxn modelId="{FFB8D8B5-5828-46DD-BA77-13638195E4D6}" type="presParOf" srcId="{7BD98E3C-315B-4C9C-8D58-D6DB162B58F8}" destId="{B131C359-49F1-4CB8-8E9B-1B1386A2778B}" srcOrd="2" destOrd="0" presId="urn:microsoft.com/office/officeart/2018/2/layout/IconVerticalSolidList"/>
    <dgm:cxn modelId="{11227E96-FF77-4F39-8B07-07E8611C740D}" type="presParOf" srcId="{7BD98E3C-315B-4C9C-8D58-D6DB162B58F8}" destId="{F8F5240A-0D85-485B-9D93-407D1FFAF913}" srcOrd="3" destOrd="0" presId="urn:microsoft.com/office/officeart/2018/2/layout/IconVerticalSolidList"/>
    <dgm:cxn modelId="{FFC4B6D5-9F56-4405-843A-09B40CA888A3}" type="presParOf" srcId="{6F4DA4D9-01DC-439B-8F27-AAA47846B277}" destId="{D8ABCEC2-390B-429B-9081-E082DA5D0427}" srcOrd="1" destOrd="0" presId="urn:microsoft.com/office/officeart/2018/2/layout/IconVerticalSolidList"/>
    <dgm:cxn modelId="{16ACC83C-7034-4747-BC5D-1E635B3C6CE7}" type="presParOf" srcId="{6F4DA4D9-01DC-439B-8F27-AAA47846B277}" destId="{F2D54F12-8080-4E0C-BD80-92EA1630D084}" srcOrd="2" destOrd="0" presId="urn:microsoft.com/office/officeart/2018/2/layout/IconVerticalSolidList"/>
    <dgm:cxn modelId="{8B276A48-7CBD-4E21-9430-CF0A09D6C0BD}" type="presParOf" srcId="{F2D54F12-8080-4E0C-BD80-92EA1630D084}" destId="{CBA0401E-7684-42C8-839E-D801768D883C}" srcOrd="0" destOrd="0" presId="urn:microsoft.com/office/officeart/2018/2/layout/IconVerticalSolidList"/>
    <dgm:cxn modelId="{F08383BF-FD60-4A49-AD77-65D910EFB252}" type="presParOf" srcId="{F2D54F12-8080-4E0C-BD80-92EA1630D084}" destId="{EF3B2503-2995-401B-AD2A-8687192014FC}" srcOrd="1" destOrd="0" presId="urn:microsoft.com/office/officeart/2018/2/layout/IconVerticalSolidList"/>
    <dgm:cxn modelId="{9D8D1D89-E527-4484-AD56-92A94FED0B6C}" type="presParOf" srcId="{F2D54F12-8080-4E0C-BD80-92EA1630D084}" destId="{69262E9A-AC8B-4E45-B562-DDB0B7EF679B}" srcOrd="2" destOrd="0" presId="urn:microsoft.com/office/officeart/2018/2/layout/IconVerticalSolidList"/>
    <dgm:cxn modelId="{6BE50CC8-CADE-45A7-BC96-23D75538F39A}" type="presParOf" srcId="{F2D54F12-8080-4E0C-BD80-92EA1630D084}" destId="{686301C7-6BD3-4366-8AD9-2496B2EDF77C}" srcOrd="3" destOrd="0" presId="urn:microsoft.com/office/officeart/2018/2/layout/IconVerticalSolidList"/>
    <dgm:cxn modelId="{159D78D4-1170-4693-834B-E3B0A1E5AA76}" type="presParOf" srcId="{6F4DA4D9-01DC-439B-8F27-AAA47846B277}" destId="{6ED4671C-AA9A-4E39-8821-8479FB442A42}" srcOrd="3" destOrd="0" presId="urn:microsoft.com/office/officeart/2018/2/layout/IconVerticalSolidList"/>
    <dgm:cxn modelId="{0E014224-8D52-4573-89D1-F50AF2BE6748}" type="presParOf" srcId="{6F4DA4D9-01DC-439B-8F27-AAA47846B277}" destId="{73B0EF57-FE6C-4349-B546-40C4671BE0AF}" srcOrd="4" destOrd="0" presId="urn:microsoft.com/office/officeart/2018/2/layout/IconVerticalSolidList"/>
    <dgm:cxn modelId="{ACBC9EF5-3D90-4A12-AA98-CAAF2742426F}" type="presParOf" srcId="{73B0EF57-FE6C-4349-B546-40C4671BE0AF}" destId="{5865A6BD-F99C-4927-AA71-14438D8BD5FD}" srcOrd="0" destOrd="0" presId="urn:microsoft.com/office/officeart/2018/2/layout/IconVerticalSolidList"/>
    <dgm:cxn modelId="{528DEE1A-B9B3-44B7-9915-05F053EAB214}" type="presParOf" srcId="{73B0EF57-FE6C-4349-B546-40C4671BE0AF}" destId="{F7573F21-6CA6-4D82-A5B8-20E46E8BAE44}" srcOrd="1" destOrd="0" presId="urn:microsoft.com/office/officeart/2018/2/layout/IconVerticalSolidList"/>
    <dgm:cxn modelId="{BBB56E6E-28C7-4B11-9E9C-87BF204F01B2}" type="presParOf" srcId="{73B0EF57-FE6C-4349-B546-40C4671BE0AF}" destId="{CFA2DEF1-3E86-45A4-93DF-3F3524CE8FA1}" srcOrd="2" destOrd="0" presId="urn:microsoft.com/office/officeart/2018/2/layout/IconVerticalSolidList"/>
    <dgm:cxn modelId="{109CAEC4-7E84-44CD-AC12-5A4173227651}" type="presParOf" srcId="{73B0EF57-FE6C-4349-B546-40C4671BE0AF}" destId="{3A277CF8-63F3-4E73-9A0E-6D37315945D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F79B1-3C2C-4604-AC16-19B868C74020}">
      <dsp:nvSpPr>
        <dsp:cNvPr id="0" name=""/>
        <dsp:cNvSpPr/>
      </dsp:nvSpPr>
      <dsp:spPr>
        <a:xfrm>
          <a:off x="0" y="473"/>
          <a:ext cx="3352128" cy="11086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49D2F1-162D-4D02-A732-D01345E22AA4}">
      <dsp:nvSpPr>
        <dsp:cNvPr id="0" name=""/>
        <dsp:cNvSpPr/>
      </dsp:nvSpPr>
      <dsp:spPr>
        <a:xfrm>
          <a:off x="335374" y="249925"/>
          <a:ext cx="609771" cy="6097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F5240A-0D85-485B-9D93-407D1FFAF913}">
      <dsp:nvSpPr>
        <dsp:cNvPr id="0" name=""/>
        <dsp:cNvSpPr/>
      </dsp:nvSpPr>
      <dsp:spPr>
        <a:xfrm>
          <a:off x="1280519" y="473"/>
          <a:ext cx="2071608" cy="1108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35" tIns="117335" rIns="117335" bIns="11733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TimeSeries</a:t>
          </a:r>
          <a:endParaRPr lang="en-US" sz="2500" kern="1200" dirty="0"/>
        </a:p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500" kern="1200" dirty="0"/>
        </a:p>
      </dsp:txBody>
      <dsp:txXfrm>
        <a:off x="1280519" y="473"/>
        <a:ext cx="2071608" cy="1108674"/>
      </dsp:txXfrm>
    </dsp:sp>
    <dsp:sp modelId="{CBA0401E-7684-42C8-839E-D801768D883C}">
      <dsp:nvSpPr>
        <dsp:cNvPr id="0" name=""/>
        <dsp:cNvSpPr/>
      </dsp:nvSpPr>
      <dsp:spPr>
        <a:xfrm>
          <a:off x="0" y="1386317"/>
          <a:ext cx="3352128" cy="11086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3B2503-2995-401B-AD2A-8687192014FC}">
      <dsp:nvSpPr>
        <dsp:cNvPr id="0" name=""/>
        <dsp:cNvSpPr/>
      </dsp:nvSpPr>
      <dsp:spPr>
        <a:xfrm>
          <a:off x="335374" y="1635768"/>
          <a:ext cx="609771" cy="6097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6301C7-6BD3-4366-8AD9-2496B2EDF77C}">
      <dsp:nvSpPr>
        <dsp:cNvPr id="0" name=""/>
        <dsp:cNvSpPr/>
      </dsp:nvSpPr>
      <dsp:spPr>
        <a:xfrm>
          <a:off x="1280519" y="1386317"/>
          <a:ext cx="2071608" cy="1108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35" tIns="117335" rIns="117335" bIns="11733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QuestDB</a:t>
          </a:r>
          <a:endParaRPr lang="en-US" sz="2500" kern="1200" dirty="0"/>
        </a:p>
      </dsp:txBody>
      <dsp:txXfrm>
        <a:off x="1280519" y="1386317"/>
        <a:ext cx="2071608" cy="1108674"/>
      </dsp:txXfrm>
    </dsp:sp>
    <dsp:sp modelId="{5865A6BD-F99C-4927-AA71-14438D8BD5FD}">
      <dsp:nvSpPr>
        <dsp:cNvPr id="0" name=""/>
        <dsp:cNvSpPr/>
      </dsp:nvSpPr>
      <dsp:spPr>
        <a:xfrm>
          <a:off x="0" y="2772160"/>
          <a:ext cx="3352128" cy="110867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573F21-6CA6-4D82-A5B8-20E46E8BAE44}">
      <dsp:nvSpPr>
        <dsp:cNvPr id="0" name=""/>
        <dsp:cNvSpPr/>
      </dsp:nvSpPr>
      <dsp:spPr>
        <a:xfrm>
          <a:off x="335374" y="3021612"/>
          <a:ext cx="609771" cy="6097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77CF8-63F3-4E73-9A0E-6D37315945D9}">
      <dsp:nvSpPr>
        <dsp:cNvPr id="0" name=""/>
        <dsp:cNvSpPr/>
      </dsp:nvSpPr>
      <dsp:spPr>
        <a:xfrm>
          <a:off x="1280519" y="2772160"/>
          <a:ext cx="2071608" cy="1108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35" tIns="117335" rIns="117335" bIns="11733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 err="1"/>
            <a:t>GridDB</a:t>
          </a:r>
          <a:endParaRPr lang="en-US" sz="2500" kern="1200" dirty="0"/>
        </a:p>
      </dsp:txBody>
      <dsp:txXfrm>
        <a:off x="1280519" y="2772160"/>
        <a:ext cx="2071608" cy="1108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AEF700-9B0B-4359-8356-DCE7EE4E41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BF05B-06DB-4EC8-B476-CF95F9BD85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D6361-1E3C-4214-95E1-B8DE93421F8F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1952E-79CD-4E03-AAEB-C22680419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CA65F-8548-4E36-8331-FD471638BD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E0281-66A0-46B8-BDE2-AEF0C74537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735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9CFFA-1E2F-4435-8DD6-9B5CC3FF4505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DED1C-4656-4CF8-AD34-DC4A65BB39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29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42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DED1C-4656-4CF8-AD34-DC4A65BB391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230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40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70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351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4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249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326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794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18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491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979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22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1610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13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399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418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6699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640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972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261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705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5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6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construct.ai/robotigniteacademy_learnros/ros-courses-library/mastering-gazebo-simulator-online-course/" TargetMode="External"/><Relationship Id="rId2" Type="http://schemas.openxmlformats.org/officeDocument/2006/relationships/hyperlink" Target="https://www.udemy.com/course/create-a-working-iot-project-with-iot-database-griddb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391C69-E52F-4DC0-B51A-0DABC548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C3C7ED6A-DE7F-4002-9699-B659DE551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48390FD-448E-4FF2-AEE8-C46960568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59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Petri Dish">
            <a:extLst>
              <a:ext uri="{FF2B5EF4-FFF2-40B4-BE49-F238E27FC236}">
                <a16:creationId xmlns:a16="http://schemas.microsoft.com/office/drawing/2014/main" id="{D16B27C4-A9C2-4AC4-9DD3-88F63F48E83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57274" y="10"/>
            <a:ext cx="4834726" cy="68579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D259F2-A289-4420-B3EB-BBC6A904F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E7596B-F237-47DD-989E-9D8B0B49B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075" y="1358901"/>
            <a:ext cx="5280026" cy="27304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NeXT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63915B-82A1-4F1C-B5C6-3E18DDD97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075" y="4165600"/>
            <a:ext cx="5280027" cy="1371599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0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3" name="Rectangle 112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Science Lab">
            <a:extLst>
              <a:ext uri="{FF2B5EF4-FFF2-40B4-BE49-F238E27FC236}">
                <a16:creationId xmlns:a16="http://schemas.microsoft.com/office/drawing/2014/main" id="{7E185DA8-778E-49D9-863D-7DB5660424E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754" r="25902"/>
          <a:stretch/>
        </p:blipFill>
        <p:spPr>
          <a:xfrm>
            <a:off x="1028342" y="618517"/>
            <a:ext cx="6139725" cy="5629884"/>
          </a:xfrm>
          <a:prstGeom prst="roundRect">
            <a:avLst>
              <a:gd name="adj" fmla="val 298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E3265C2A-0A58-43AD-A406-8F4478E28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50B972-0B7A-40CD-9E79-07E8A87A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408" y="640831"/>
            <a:ext cx="3352128" cy="157386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CRUD-Processing</a:t>
            </a:r>
          </a:p>
        </p:txBody>
      </p:sp>
      <p:graphicFrame>
        <p:nvGraphicFramePr>
          <p:cNvPr id="9" name="Content Placeholder 8" descr="Icons">
            <a:extLst>
              <a:ext uri="{FF2B5EF4-FFF2-40B4-BE49-F238E27FC236}">
                <a16:creationId xmlns:a16="http://schemas.microsoft.com/office/drawing/2014/main" id="{8FF6EDB8-0D3A-4193-BDFE-DD56CEA7DA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2056438"/>
              </p:ext>
            </p:extLst>
          </p:nvPr>
        </p:nvGraphicFramePr>
        <p:xfrm>
          <a:off x="8196408" y="2367092"/>
          <a:ext cx="3352128" cy="3881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02640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1C586-712C-4959-A383-B39F89244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Capturing and Processing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7FDF0-5CA8-40D0-AD0B-467B5EF075C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dirty="0"/>
              <a:t>Lot more complicated than we think</a:t>
            </a:r>
          </a:p>
          <a:p>
            <a:r>
              <a:rPr lang="en-IN" dirty="0"/>
              <a:t>Need specialized Databases like timeseries :</a:t>
            </a:r>
            <a:r>
              <a:rPr lang="en-IN" dirty="0" err="1"/>
              <a:t>QuestDB,GridDB</a:t>
            </a:r>
            <a:endParaRPr lang="en-IN" dirty="0"/>
          </a:p>
          <a:p>
            <a:r>
              <a:rPr lang="en-IN" dirty="0" err="1"/>
              <a:t>QuestDB</a:t>
            </a:r>
            <a:r>
              <a:rPr lang="en-IN" dirty="0"/>
              <a:t> is used by Airtel in </a:t>
            </a:r>
            <a:r>
              <a:rPr lang="en-IN" dirty="0" err="1"/>
              <a:t>IndIA</a:t>
            </a:r>
            <a:endParaRPr lang="en-IN" dirty="0"/>
          </a:p>
          <a:p>
            <a:r>
              <a:rPr lang="en-IN" dirty="0" err="1"/>
              <a:t>GridDB</a:t>
            </a:r>
            <a:r>
              <a:rPr lang="en-IN" dirty="0"/>
              <a:t> has announced a Hackathon in </a:t>
            </a:r>
            <a:r>
              <a:rPr lang="en-IN" dirty="0" err="1"/>
              <a:t>DevPoST</a:t>
            </a:r>
            <a:endParaRPr lang="en-IN" dirty="0"/>
          </a:p>
          <a:p>
            <a:r>
              <a:rPr lang="en-IN" dirty="0" err="1"/>
              <a:t>Aroon</a:t>
            </a:r>
            <a:r>
              <a:rPr lang="en-IN" dirty="0"/>
              <a:t> Indicator for Trend reversal Identification</a:t>
            </a:r>
          </a:p>
          <a:p>
            <a:r>
              <a:rPr lang="en-IN" dirty="0"/>
              <a:t>Under </a:t>
            </a:r>
            <a:r>
              <a:rPr lang="en-IN" b="0" i="0" dirty="0">
                <a:solidFill>
                  <a:srgbClr val="233136"/>
                </a:solidFill>
                <a:effectLst/>
                <a:latin typeface="Circular"/>
              </a:rPr>
              <a:t>Time-series analytics and visualizations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5601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1C586-712C-4959-A383-B39F89244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ESP32 or Other Controllers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7FDF0-5CA8-40D0-AD0B-467B5EF075C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dirty="0"/>
              <a:t>Display in Localization :Indian Languages support</a:t>
            </a:r>
          </a:p>
          <a:p>
            <a:r>
              <a:rPr lang="en-IN" dirty="0"/>
              <a:t>Number plate Reading</a:t>
            </a:r>
          </a:p>
          <a:p>
            <a:r>
              <a:rPr lang="en-IN" dirty="0"/>
              <a:t>https://pyimagesearch.com/2020/09/21/opencv-automatic-license-number-plate-recognition-anpr-with-python/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6922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1C586-712C-4959-A383-B39F89244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Robotics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7FDF0-5CA8-40D0-AD0B-467B5EF075C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IN" dirty="0" err="1"/>
              <a:t>Pybullet</a:t>
            </a:r>
            <a:r>
              <a:rPr lang="en-IN" dirty="0"/>
              <a:t> with Docker</a:t>
            </a:r>
          </a:p>
          <a:p>
            <a:r>
              <a:rPr lang="en-IN" dirty="0"/>
              <a:t>Try to catch a moving Target</a:t>
            </a:r>
          </a:p>
          <a:p>
            <a:r>
              <a:rPr lang="en-IN" dirty="0" err="1"/>
              <a:t>GazeBO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501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1C586-712C-4959-A383-B39F89244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CoURSES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7FDF0-5CA8-40D0-AD0B-467B5EF075C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l"/>
            <a:r>
              <a:rPr lang="en-US" b="0" i="0" dirty="0">
                <a:effectLst/>
                <a:latin typeface="Udemy Sans"/>
                <a:hlinkClick r:id="rId2"/>
              </a:rPr>
              <a:t>Create a working IoT Project - Apache Kafka, Python, </a:t>
            </a:r>
            <a:r>
              <a:rPr lang="en-US" b="0" i="0" dirty="0" err="1">
                <a:effectLst/>
                <a:latin typeface="Udemy Sans"/>
                <a:hlinkClick r:id="rId2"/>
              </a:rPr>
              <a:t>GridDB</a:t>
            </a:r>
            <a:r>
              <a:rPr lang="en-US" b="0" i="0" dirty="0">
                <a:effectLst/>
                <a:latin typeface="Udemy Sans"/>
              </a:rPr>
              <a:t>(Udemy)</a:t>
            </a:r>
          </a:p>
          <a:p>
            <a:r>
              <a:rPr lang="en-IN" dirty="0" err="1">
                <a:hlinkClick r:id="rId3"/>
              </a:rPr>
              <a:t>GAzeBO</a:t>
            </a:r>
            <a:r>
              <a:rPr lang="en-IN" dirty="0">
                <a:hlinkClick r:id="rId3"/>
              </a:rPr>
              <a:t> online Simulator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8490716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BA7D41-7EBD-45D7-AFB8-22EF4BFA6BA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9C9275B-1E7E-409A-9467-302622C468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8E52988-C458-4121-9BF8-864CDB291D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Laboratory design</Template>
  <TotalTime>426</TotalTime>
  <Words>107</Words>
  <Application>Microsoft Office PowerPoint</Application>
  <PresentationFormat>Widescreen</PresentationFormat>
  <Paragraphs>26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Circular</vt:lpstr>
      <vt:lpstr>Tw Cen MT</vt:lpstr>
      <vt:lpstr>Udemy Sans</vt:lpstr>
      <vt:lpstr>Droplet</vt:lpstr>
      <vt:lpstr>NeXT STEPS</vt:lpstr>
      <vt:lpstr>CRUD-Processing</vt:lpstr>
      <vt:lpstr>Capturing and Processing Messages</vt:lpstr>
      <vt:lpstr>ESP32 or Other Controllers</vt:lpstr>
      <vt:lpstr>Robotics Simulations</vt:lpstr>
      <vt:lpstr>CoURSES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STEPS</dc:title>
  <dc:creator>balachandar.ganesan@gmail.com</dc:creator>
  <cp:lastModifiedBy>balachandar.ganesan@gmail.com</cp:lastModifiedBy>
  <cp:revision>17</cp:revision>
  <dcterms:created xsi:type="dcterms:W3CDTF">2025-11-05T01:20:40Z</dcterms:created>
  <dcterms:modified xsi:type="dcterms:W3CDTF">2025-11-05T08:26:48Z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